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Sabi-Stock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C9D9BD"/>
                </a:solidFill>
              </a:defRPr>
            </a:pPr>
            <a:r>
              <a:t>Inventory &amp; Sales Management Platform for Small Businesses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FC6A0"/>
                </a:solidFill>
              </a:defRPr>
            </a:pPr>
            <a:r>
              <a:t>Products  ·  Inventory  ·  Sales  ·  Analytics  · 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8867D"/>
                </a:solidFill>
              </a:defRPr>
            </a:pPr>
            <a:r>
              <a:t>Small businesses still manage products, inventory, and sales with spreadsheets, notebooks, or disconnected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📉 Inaccurate stock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Manual records drift out of sync with 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🔍 No visibility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Hard to see what sells, what's left, and what's stuck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⚠️ Silent stockouts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Low-stock products go unnoticed until it's too 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📊 No insight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Business performance is a guess, not a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6362B"/>
                </a:solidFill>
              </a:defRPr>
            </a:pPr>
            <a:r>
              <a:t>The challenge: build a centralized platform that solves all four.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Users: Business Owner  ·  Store Manager  ·  Sales Staff  ·  Administrator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Core needs: product management, inventory tracking, sales recording, low-stock alerts, search &amp; filtering, dashboard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Go beyond: analytics, trends, reports, export, staff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Sabi-Stock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8867D"/>
                </a:solidFill>
              </a:defRPr>
            </a:pPr>
            <a:r>
              <a:t>A full-stack, multi-tenant web platform — live at sabi-stock-frontend.vercel.app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Product management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Full CRUD with search, category filter, and price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Inventory tracking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Stock auto-decrements on sale; void &amp; restock restores it atomically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6916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Sales recording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Server-computed totals &amp; profit; live-stock product picker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Low-stock alerts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Configurable per-business threshold; dashboard + product badges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Dashboard &amp; analytics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KPIs, best-seller chart, 30-day revenue/profit trend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33832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Staff management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Owner invites stock managers via single-use 24h codes; revoke anytime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9764F"/>
                </a:solidFill>
              </a:defRPr>
            </a:pPr>
            <a:r>
              <a:t>Bonus: CSV export for sales &amp; products  ·  ₦ currency  ·  Timezone-correct daily metrics  ·  Login rate-limiting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Sabi-Stock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9764F"/>
                </a:solidFill>
              </a:defRPr>
            </a:pPr>
            <a:r>
              <a:t>Frontend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Static HTML / CSS / vanilla JS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Dashboard · Products · Sales · Team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Chart.js for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9764F"/>
                </a:solidFill>
              </a:defRPr>
            </a:pPr>
            <a:r>
              <a:t>API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FastAPI (Python) on Render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JWT auth · Argon2 hashing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Role-based access (Owner / Stock Manager)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9764F"/>
                </a:solidFill>
              </a:defRPr>
            </a:pPr>
            <a:r>
              <a:t>Database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PostgreSQL (Neon)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Multi-tenant: every query scoped by business_id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Transactional stock integrity with row 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362B"/>
                </a:solidFill>
              </a:defRPr>
            </a:pPr>
            <a:r>
              <a:t>Security &amp; integrity 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8867D"/>
                </a:solidFill>
              </a:defRPr>
            </a:pPr>
            <a:r>
              <a:t>Multi-tenant isolation — membership re-verified from the database on every request; removing a member revokes access instantly</a:t>
            </a:r>
          </a:p>
          <a:p>
            <a:pPr>
              <a:spcAft>
                <a:spcPts val="600"/>
              </a:spcAft>
              <a:defRPr sz="1300">
                <a:solidFill>
                  <a:srgbClr val="78867D"/>
                </a:solidFill>
              </a:defRPr>
            </a:pPr>
            <a:r>
              <a:t>Sales use FOR UPDATE row locks — no overselling under concurrent use; prices snapshotted so profit history survives price edits</a:t>
            </a:r>
          </a:p>
          <a:p>
            <a:pPr>
              <a:spcAft>
                <a:spcPts val="600"/>
              </a:spcAft>
              <a:defRPr sz="1300">
                <a:solidFill>
                  <a:srgbClr val="78867D"/>
                </a:solidFill>
              </a:defRPr>
            </a:pPr>
            <a:r>
              <a:t>Products with recorded sales cannot be deleted — data integrity enforced at the database level with composite foreign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Sabi-Stock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The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120640" cy="246888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Dashboard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120640" cy="246888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Products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94760"/>
            <a:ext cx="5120640" cy="246888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Sales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94760"/>
            <a:ext cx="5120640" cy="246888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Team Management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Sabi-Stock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100%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Core requirements</a:t>
            </a:r>
            <a:br/>
            <a:r>
              <a:t>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35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Automated unit</a:t>
            </a:r>
            <a:br/>
            <a:r>
              <a:t>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18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6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Application</a:t>
            </a:r>
            <a:br/>
            <a:r>
              <a:t>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362B"/>
                </a:solidFill>
              </a:defRPr>
            </a:pPr>
            <a:r>
              <a:t>Deployed &amp; production-ready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Live frontend on Vercel  ·  API on Render  ·  Database on Neon (PostgreSQL)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CI runs the full test suite on every push via GitHub Actions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Database migrations (001–004) applied and verified against production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All six product pages tested end-to-end against the live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Sabi-Stock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